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Son Mesaj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Topluluğumuzu bir araya getiren, kültürümüzü yaşatan ve yeni nesle aktaran bir medya köprüsü kuruyoruz.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