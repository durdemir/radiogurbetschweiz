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Türk topluluğunun medya temsili zayıf</a:t>
            </a:r>
          </a:p>
          <a:p>
            <a:pPr lvl="0"/>
            <a:r>
              <a:rPr/>
              <a:t>Diaspora haberleri dağınık</a:t>
            </a:r>
          </a:p>
          <a:p>
            <a:pPr lvl="0"/>
            <a:r>
              <a:rPr/>
              <a:t>Genç kuşak Türkçe içerikten uzaklaşıyor</a:t>
            </a:r>
          </a:p>
          <a:p>
            <a:pPr lvl="0"/>
            <a:r>
              <a:rPr/>
              <a:t>Topluluk için ortak bir ses yok</a:t>
            </a:r>
          </a:p>
          <a:p>
            <a:pPr lvl="0"/>
            <a:r>
              <a:rPr/>
              <a:t>Kültürel bağlar zayıflıyor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