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2) Aile Segmenti (30–50)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İş hayatında aktif</a:t>
            </a:r>
          </a:p>
          <a:p>
            <a:pPr lvl="0"/>
            <a:r>
              <a:rPr/>
              <a:t>Çocuklu aileler</a:t>
            </a:r>
          </a:p>
          <a:p>
            <a:pPr lvl="0"/>
            <a:r>
              <a:rPr/>
              <a:t>Hem Türkiye hem İsviçre gündemini takip edenler</a:t>
            </a:r>
          </a:p>
          <a:p>
            <a:pPr lvl="0" indent="0" marL="0">
              <a:buNone/>
            </a:pPr>
            <a:r>
              <a:rPr b="1"/>
              <a:t>Sunulan içerikler:</a:t>
            </a:r>
            <a:r>
              <a:rPr/>
              <a:t> - Haber bültenleri - Topluluk programları - Kültürel içerikler - Ekonomi ve günlük yaşam programları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