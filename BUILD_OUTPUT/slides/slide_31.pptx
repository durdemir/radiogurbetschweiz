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Topluluk Programları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Göçmenlik hikâyeleri</a:t>
            </a:r>
          </a:p>
          <a:p>
            <a:pPr lvl="0"/>
            <a:r>
              <a:rPr/>
              <a:t>Dernekler, kültür merkezleri, etkinlik duyuruları</a:t>
            </a:r>
          </a:p>
          <a:p>
            <a:pPr lvl="0"/>
            <a:r>
              <a:rPr/>
              <a:t>Röportajlar</a:t>
            </a:r>
          </a:p>
          <a:p>
            <a:pPr lvl="0"/>
            <a:r>
              <a:rPr/>
              <a:t>“Gurbetteki Anadolunun Sesi” temasına uygun kültürel içerikler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