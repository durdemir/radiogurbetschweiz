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Günlük Haber Bülteni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İsviçre gündemi</a:t>
            </a:r>
          </a:p>
          <a:p>
            <a:pPr lvl="0"/>
            <a:r>
              <a:rPr/>
              <a:t>Türkiye gündemi</a:t>
            </a:r>
          </a:p>
          <a:p>
            <a:pPr lvl="0"/>
            <a:r>
              <a:rPr/>
              <a:t>Diaspora haberleri</a:t>
            </a:r>
          </a:p>
          <a:p>
            <a:pPr lvl="0"/>
            <a:r>
              <a:rPr/>
              <a:t>Kısa, net, güvenilir içerik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