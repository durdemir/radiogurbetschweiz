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2) Müzik Yayınları (Lisanslı)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Türkçe pop</a:t>
            </a:r>
          </a:p>
          <a:p>
            <a:pPr lvl="0"/>
            <a:r>
              <a:rPr/>
              <a:t>Arabesk / fantezi</a:t>
            </a:r>
          </a:p>
          <a:p>
            <a:pPr lvl="0"/>
            <a:r>
              <a:rPr/>
              <a:t>Halk müziği</a:t>
            </a:r>
          </a:p>
          <a:p>
            <a:pPr lvl="0"/>
            <a:r>
              <a:rPr/>
              <a:t>Genç diaspora için modern remix ve alternatif müzik</a:t>
            </a:r>
          </a:p>
          <a:p>
            <a:pPr lvl="0"/>
            <a:r>
              <a:rPr/>
              <a:t>İsviçre’de yaşayan Türk sanatçılara özel alan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