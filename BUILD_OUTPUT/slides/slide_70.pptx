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 – Hazırlık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Marka kimliği oluşturma</a:t>
            </a:r>
          </a:p>
          <a:p>
            <a:pPr lvl="0"/>
            <a:r>
              <a:rPr/>
              <a:t>Pitch deck hazırlığı</a:t>
            </a:r>
          </a:p>
          <a:p>
            <a:pPr lvl="0"/>
            <a:r>
              <a:rPr/>
              <a:t>Teknik altyapı planlaması</a:t>
            </a:r>
          </a:p>
          <a:p>
            <a:pPr lvl="0"/>
            <a:r>
              <a:rPr/>
              <a:t>Stüdyo ekipman listesi</a:t>
            </a:r>
          </a:p>
          <a:p>
            <a:pPr lvl="0"/>
            <a:r>
              <a:rPr/>
              <a:t>Digris başvuru dosyası hazırlığı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