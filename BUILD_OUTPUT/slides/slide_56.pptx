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Yayın Altyapısı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Digris DAB+ ağına başvuru</a:t>
            </a:r>
          </a:p>
          <a:p>
            <a:pPr lvl="0"/>
            <a:r>
              <a:rPr/>
              <a:t>DAB+ üzerinden İsviçre genelinde yayın</a:t>
            </a:r>
          </a:p>
          <a:p>
            <a:pPr lvl="0"/>
            <a:r>
              <a:rPr/>
              <a:t>Online stream (web + mobil)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