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5) Sonuç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İsviçre’de Türk diasporasına yönelik profesyonel, iki dilli, sürekli yayın yapan </a:t>
            </a:r>
            <a:r>
              <a:rPr b="1"/>
              <a:t>hiçbir radyo yok</a:t>
            </a:r>
            <a:r>
              <a:rPr/>
              <a:t>.</a:t>
            </a:r>
          </a:p>
          <a:p>
            <a:pPr lvl="0" indent="0" marL="0">
              <a:buNone/>
            </a:pPr>
            <a:r>
              <a:rPr/>
              <a:t>Gurbet Radio Schweiz bu boşluğu dolduran </a:t>
            </a:r>
            <a:r>
              <a:rPr b="1"/>
              <a:t>ilk ve tek</a:t>
            </a:r>
            <a:r>
              <a:rPr/>
              <a:t> platformdur.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