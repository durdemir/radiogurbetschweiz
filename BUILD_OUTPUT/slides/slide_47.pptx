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5) 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İsviçre’de Türk diasporasına yönelik profesyonel, iki dilli, sürekli yayın yapan </a:t>
            </a:r>
            <a:r>
              <a:rPr b="1"/>
              <a:t>hiçbir radyo yok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Gurbet Radio Schweiz bu boşluğu dolduran </a:t>
            </a:r>
            <a:r>
              <a:rPr b="1"/>
              <a:t>ilk ve tek</a:t>
            </a:r>
            <a:r>
              <a:rPr/>
              <a:t> platformdur.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