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Dijital Ekosistem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 sitesi</a:t>
            </a:r>
          </a:p>
          <a:p>
            <a:pPr lvl="0"/>
            <a:r>
              <a:rPr/>
              <a:t>Sosyal medya entegrasyonu</a:t>
            </a:r>
          </a:p>
          <a:p>
            <a:pPr lvl="0"/>
            <a:r>
              <a:rPr/>
              <a:t>Podcast platformları (Spotify, Apple, Google)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