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Sponsorluk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Program sponsorluğu</a:t>
            </a:r>
          </a:p>
          <a:p>
            <a:pPr lvl="0"/>
            <a:r>
              <a:rPr/>
              <a:t>Haftalık/aylık özel yayın sponsorluğu</a:t>
            </a:r>
          </a:p>
          <a:p>
            <a:pPr lvl="0"/>
            <a:r>
              <a:rPr/>
              <a:t>Podcast serisi sponsorluğu</a:t>
            </a:r>
          </a:p>
          <a:p>
            <a:pPr lvl="0"/>
            <a:r>
              <a:rPr/>
              <a:t>“Gurbetteki Anadolunun Sesi” temalı kültürel sponsor paketleri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