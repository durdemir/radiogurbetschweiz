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8) Dijital Yayın Ekosistemi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DAB+ yayın</a:t>
            </a:r>
          </a:p>
          <a:p>
            <a:pPr lvl="0"/>
            <a:r>
              <a:rPr/>
              <a:t>Online stream</a:t>
            </a:r>
          </a:p>
          <a:p>
            <a:pPr lvl="0"/>
            <a:r>
              <a:rPr/>
              <a:t>Mobil uygulama (gelecek planı)</a:t>
            </a:r>
          </a:p>
          <a:p>
            <a:pPr lvl="0"/>
            <a:r>
              <a:rPr/>
              <a:t>Sosyal medya entegrasyonu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