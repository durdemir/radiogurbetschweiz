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7) Canlı Yayınlar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Günlük canlı yayın akışı</a:t>
            </a:r>
          </a:p>
          <a:p>
            <a:pPr lvl="0"/>
            <a:r>
              <a:rPr/>
              <a:t>Dinleyici mesajları</a:t>
            </a:r>
          </a:p>
          <a:p>
            <a:pPr lvl="0"/>
            <a:r>
              <a:rPr/>
              <a:t>Canlı telefon bağlantıları</a:t>
            </a:r>
          </a:p>
          <a:p>
            <a:pPr lvl="0"/>
            <a:r>
              <a:rPr/>
              <a:t>Özel günlerde özel yayınlar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