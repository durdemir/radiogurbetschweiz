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10) Yol Haritası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Q1: Marka + altyapı</a:t>
            </a:r>
          </a:p>
          <a:p>
            <a:pPr lvl="0"/>
            <a:r>
              <a:rPr/>
              <a:t>Q2: Digris başvurusu</a:t>
            </a:r>
          </a:p>
          <a:p>
            <a:pPr lvl="0"/>
            <a:r>
              <a:rPr/>
              <a:t>Q3: Yayın başlangıcı</a:t>
            </a:r>
          </a:p>
          <a:p>
            <a:pPr lvl="0"/>
            <a:r>
              <a:rPr/>
              <a:t>Q4: Sponsorluk anlaşmaları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