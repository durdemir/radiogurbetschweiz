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Q4 – Büyüme ve Gelir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Sponsorluk anlaşmaları</a:t>
            </a:r>
          </a:p>
          <a:p>
            <a:pPr lvl="0"/>
            <a:r>
              <a:rPr/>
              <a:t>Reklam paketlerinin satışı</a:t>
            </a:r>
          </a:p>
          <a:p>
            <a:pPr lvl="0"/>
            <a:r>
              <a:rPr/>
              <a:t>Topluluk etkinlikleri</a:t>
            </a:r>
          </a:p>
          <a:p>
            <a:pPr lvl="0"/>
            <a:r>
              <a:rPr/>
              <a:t>Mobil uygulama planlaması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