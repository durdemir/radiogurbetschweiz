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Q2 – Başvuru ve Kurulum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Digris DAB+ başvurusu</a:t>
            </a:r>
          </a:p>
          <a:p>
            <a:pPr lvl="0"/>
            <a:r>
              <a:rPr/>
              <a:t>Stüdyo ekipmanlarının kurulumu</a:t>
            </a:r>
          </a:p>
          <a:p>
            <a:pPr lvl="0"/>
            <a:r>
              <a:rPr/>
              <a:t>Yayın otomasyon sisteminin devreye alınması</a:t>
            </a:r>
          </a:p>
          <a:p>
            <a:pPr lvl="0"/>
            <a:r>
              <a:rPr/>
              <a:t>İlk program formatlarının oluşturulması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