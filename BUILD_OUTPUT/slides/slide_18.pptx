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4) İsviçreli / Almanca Konuşan Dinleyiciler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Türk kültürüne ilgi duyan İsviçreliler</a:t>
            </a:r>
          </a:p>
          <a:p>
            <a:pPr lvl="0"/>
            <a:r>
              <a:rPr/>
              <a:t>Türk partneri olanlar</a:t>
            </a:r>
          </a:p>
          <a:p>
            <a:pPr lvl="0"/>
            <a:r>
              <a:rPr/>
              <a:t>Almanca içerik arayan genç diaspora</a:t>
            </a:r>
          </a:p>
          <a:p>
            <a:pPr lvl="0" indent="0" marL="0">
              <a:buNone/>
            </a:pPr>
            <a:r>
              <a:rPr b="1"/>
              <a:t>Sunulan içerikler:</a:t>
            </a:r>
            <a:r>
              <a:rPr/>
              <a:t> - Almanca kısa haberler - İki dilli programlar - Kültürel köprü içerikleri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