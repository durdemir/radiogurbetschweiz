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İş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Reklam gelirleri</a:t>
            </a:r>
          </a:p>
          <a:p>
            <a:pPr lvl="0"/>
            <a:r>
              <a:rPr/>
              <a:t>Sponsorluk</a:t>
            </a:r>
          </a:p>
          <a:p>
            <a:pPr lvl="0"/>
            <a:r>
              <a:rPr/>
              <a:t>Etkinlik ortaklıkları</a:t>
            </a:r>
          </a:p>
          <a:p>
            <a:pPr lvl="0"/>
            <a:r>
              <a:rPr/>
              <a:t>Podcast sponsorluğu</a:t>
            </a:r>
          </a:p>
          <a:p>
            <a:pPr lvl="0"/>
            <a:r>
              <a:rPr/>
              <a:t>Dijital reklam</a:t>
            </a:r>
          </a:p>
          <a:p>
            <a:pPr lvl="0"/>
            <a:r>
              <a:rPr/>
              <a:t>Premium içerik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