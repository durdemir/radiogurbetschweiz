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Birinci Nesil Göçmenler (50+)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Türkiye’den yetişkin yaşta gelmiş</a:t>
            </a:r>
          </a:p>
          <a:p>
            <a:pPr lvl="0"/>
            <a:r>
              <a:rPr/>
              <a:t>Türkçe içerik ağırlıklı tüketen</a:t>
            </a:r>
          </a:p>
          <a:p>
            <a:pPr lvl="0"/>
            <a:r>
              <a:rPr/>
              <a:t>Topluluk bağları güçlü</a:t>
            </a:r>
          </a:p>
          <a:p>
            <a:pPr lvl="0" indent="0" marL="0">
              <a:buNone/>
            </a:pPr>
            <a:r>
              <a:rPr b="1"/>
              <a:t>Sunulan içerikler:</a:t>
            </a:r>
            <a:r>
              <a:rPr/>
              <a:t> - Türkçe müzik - Klasik radyo formatı - Topluluk haberleri - Röportajlar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