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GURBET RADIO SCHWEIZ – PITCH DECK (PROFESYONEL İSKELET)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