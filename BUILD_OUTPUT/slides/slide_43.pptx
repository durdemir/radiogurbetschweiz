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1) Türkiye Merkezli Diaspora Radyoları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İsviçre’ye özel içerik üretmiyorlar</a:t>
            </a:r>
          </a:p>
          <a:p>
            <a:pPr lvl="0"/>
            <a:r>
              <a:rPr/>
              <a:t>Yerel topluluk haberleri yok</a:t>
            </a:r>
          </a:p>
          <a:p>
            <a:pPr lvl="0"/>
            <a:r>
              <a:rPr/>
              <a:t>Genç diaspora için yetersiz</a:t>
            </a:r>
          </a:p>
          <a:p>
            <a:pPr lvl="0"/>
            <a:r>
              <a:rPr/>
              <a:t>Reklam hedeflemesi zayıf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