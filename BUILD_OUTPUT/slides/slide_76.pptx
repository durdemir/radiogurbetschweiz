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Gelirler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Reklam Gelirleri</a:t>
            </a:r>
          </a:p>
          <a:p>
            <a:pPr lvl="0"/>
            <a:r>
              <a:rPr/>
              <a:t>Yerel işletmeler</a:t>
            </a:r>
          </a:p>
          <a:p>
            <a:pPr lvl="0"/>
            <a:r>
              <a:rPr/>
              <a:t>Etkinlik sponsorları</a:t>
            </a:r>
          </a:p>
          <a:p>
            <a:pPr lvl="0"/>
            <a:r>
              <a:rPr/>
              <a:t>Sigorta &amp; avukatlık sektörü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Dijital Gelirler</a:t>
            </a:r>
          </a:p>
          <a:p>
            <a:pPr lvl="0"/>
            <a:r>
              <a:rPr/>
              <a:t>Podcast reklamları</a:t>
            </a:r>
          </a:p>
          <a:p>
            <a:pPr lvl="0"/>
            <a:r>
              <a:rPr/>
              <a:t>Web banner reklamları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Gelecek Gelirleri</a:t>
            </a:r>
          </a:p>
          <a:p>
            <a:pPr lvl="0"/>
            <a:r>
              <a:rPr/>
              <a:t>Premium üyelik</a:t>
            </a:r>
          </a:p>
          <a:p>
            <a:pPr lvl="0"/>
            <a:r>
              <a:rPr/>
              <a:t>Özel podcast serileri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