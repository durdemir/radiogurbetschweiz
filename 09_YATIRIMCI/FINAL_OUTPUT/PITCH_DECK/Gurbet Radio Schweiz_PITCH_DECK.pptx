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4" Type="http://schemas.openxmlformats.org/officeDocument/2006/relationships/viewProps" Target="viewProps.xml" /><Relationship Id="rId8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6" Type="http://schemas.openxmlformats.org/officeDocument/2006/relationships/tableStyles" Target="tableStyles.xml" /><Relationship Id="rId8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PITCH DECK (PROFESYONEL İSKELET)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Kapak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Gurbet Radio Schweiz</a:t>
            </a:r>
          </a:p>
          <a:p>
            <a:pPr lvl="0"/>
            <a:r>
              <a:rPr/>
              <a:t>Anadolunun sesi</a:t>
            </a:r>
          </a:p>
          <a:p>
            <a:pPr lvl="0"/>
            <a:r>
              <a:rPr/>
              <a:t>Basel,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İsviçre’de Türk topluluğunun medya temsili zayıf</a:t>
            </a:r>
          </a:p>
          <a:p>
            <a:pPr lvl="0"/>
            <a:r>
              <a:rPr/>
              <a:t>Diaspora haberleri dağınık</a:t>
            </a:r>
          </a:p>
          <a:p>
            <a:pPr lvl="0"/>
            <a:r>
              <a:rPr/>
              <a:t>Genç kuşak Türkçe içerikten uzaklaşıyor</a:t>
            </a:r>
          </a:p>
          <a:p>
            <a:pPr lvl="0"/>
            <a:r>
              <a:rPr/>
              <a:t>Topluluk için ortak bir ses yok</a:t>
            </a:r>
          </a:p>
          <a:p>
            <a:pPr lvl="0"/>
            <a:r>
              <a:rPr/>
              <a:t>Kültürel bağlar zayıflıyor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Çözüm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Modern dijital radyo platformu</a:t>
            </a:r>
          </a:p>
          <a:p>
            <a:pPr lvl="0"/>
            <a:r>
              <a:rPr/>
              <a:t>Türkçe + Almanca iki dilli yayın</a:t>
            </a:r>
          </a:p>
          <a:p>
            <a:pPr lvl="0"/>
            <a:r>
              <a:rPr/>
              <a:t>Diaspora odaklı programlar</a:t>
            </a:r>
          </a:p>
          <a:p>
            <a:pPr lvl="0"/>
            <a:r>
              <a:rPr/>
              <a:t>Canlı yayın + podcast</a:t>
            </a:r>
          </a:p>
          <a:p>
            <a:pPr lvl="0"/>
            <a:r>
              <a:rPr/>
              <a:t>Topluluk katılımı</a:t>
            </a:r>
          </a:p>
          <a:p>
            <a:pPr lvl="0"/>
            <a:r>
              <a:rPr/>
              <a:t>Kültürel köprü görevi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Ürün / Yayın Formatı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Günlük haber bülteni</a:t>
            </a:r>
          </a:p>
          <a:p>
            <a:pPr lvl="0"/>
            <a:r>
              <a:rPr/>
              <a:t>Müzik (lisanslı)</a:t>
            </a:r>
          </a:p>
          <a:p>
            <a:pPr lvl="0"/>
            <a:r>
              <a:rPr/>
              <a:t>Topluluk programları</a:t>
            </a:r>
          </a:p>
          <a:p>
            <a:pPr lvl="0"/>
            <a:r>
              <a:rPr/>
              <a:t>Gençlik içerikleri</a:t>
            </a:r>
          </a:p>
          <a:p>
            <a:pPr lvl="0"/>
            <a:r>
              <a:rPr/>
              <a:t>Röportajlar</a:t>
            </a:r>
          </a:p>
          <a:p>
            <a:pPr lvl="0"/>
            <a:r>
              <a:rPr/>
              <a:t>Podcast serileri</a:t>
            </a:r>
          </a:p>
          <a:p>
            <a:pPr lvl="0"/>
            <a:r>
              <a:rPr/>
              <a:t>Canlı yayınlar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Pazar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İsviçre’de 130.000+ Türk kökenli insan</a:t>
            </a:r>
          </a:p>
          <a:p>
            <a:pPr lvl="0"/>
            <a:r>
              <a:rPr/>
              <a:t>Almanca konuşan genç diaspora</a:t>
            </a:r>
          </a:p>
          <a:p>
            <a:pPr lvl="0"/>
            <a:r>
              <a:rPr/>
              <a:t>Reklam verenler:</a:t>
            </a:r>
          </a:p>
          <a:p>
            <a:pPr lvl="1"/>
            <a:r>
              <a:rPr/>
              <a:t>Restoranlar</a:t>
            </a:r>
          </a:p>
          <a:p>
            <a:pPr lvl="1"/>
            <a:r>
              <a:rPr/>
              <a:t>Avukatlar</a:t>
            </a:r>
          </a:p>
          <a:p>
            <a:pPr lvl="1"/>
            <a:r>
              <a:rPr/>
              <a:t>Sigorta</a:t>
            </a:r>
          </a:p>
          <a:p>
            <a:pPr lvl="1"/>
            <a:r>
              <a:rPr/>
              <a:t>Göçmen hizmetleri</a:t>
            </a:r>
          </a:p>
          <a:p>
            <a:pPr lvl="1"/>
            <a:r>
              <a:rPr/>
              <a:t>Kültürel etkinlikler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Rekabet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 diaspora radyoları (zayıf)</a:t>
            </a:r>
          </a:p>
          <a:p>
            <a:pPr lvl="0"/>
            <a:r>
              <a:rPr/>
              <a:t>İsviçre yerel radyoları (Türkçe yok)</a:t>
            </a:r>
          </a:p>
          <a:p>
            <a:pPr lvl="0"/>
            <a:r>
              <a:rPr/>
              <a:t>YouTube / Podcast (dağınık)</a:t>
            </a:r>
          </a:p>
          <a:p>
            <a:pPr lvl="0" indent="0" marL="0">
              <a:buNone/>
            </a:pPr>
            <a:r>
              <a:rPr b="1"/>
              <a:t>Fırsat:</a:t>
            </a:r>
            <a:r>
              <a:rPr/>
              <a:t> Türkçe + Almanca hibrit yayın yapan profesyonel radyo yok.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İş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Reklam gelirleri</a:t>
            </a:r>
          </a:p>
          <a:p>
            <a:pPr lvl="0"/>
            <a:r>
              <a:rPr/>
              <a:t>Sponsorluk</a:t>
            </a:r>
          </a:p>
          <a:p>
            <a:pPr lvl="0"/>
            <a:r>
              <a:rPr/>
              <a:t>Etkinlik ortaklıkları</a:t>
            </a:r>
          </a:p>
          <a:p>
            <a:pPr lvl="0"/>
            <a:r>
              <a:rPr/>
              <a:t>Podcast sponsorluğu</a:t>
            </a:r>
          </a:p>
          <a:p>
            <a:pPr lvl="0"/>
            <a:r>
              <a:rPr/>
              <a:t>Dijital reklam</a:t>
            </a:r>
          </a:p>
          <a:p>
            <a:pPr lvl="0"/>
            <a:r>
              <a:rPr/>
              <a:t>Premium içerik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Teknik Altyapı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Digris DAB+ başvurusu</a:t>
            </a:r>
          </a:p>
          <a:p>
            <a:pPr lvl="0"/>
            <a:r>
              <a:rPr/>
              <a:t>Stüdyo ekipmanı</a:t>
            </a:r>
          </a:p>
          <a:p>
            <a:pPr lvl="0"/>
            <a:r>
              <a:rPr/>
              <a:t>Yayın yazılımı</a:t>
            </a:r>
          </a:p>
          <a:p>
            <a:pPr lvl="0"/>
            <a:r>
              <a:rPr/>
              <a:t>Bulut arşiv sistemi (OneDrive)</a:t>
            </a:r>
          </a:p>
          <a:p>
            <a:pPr lvl="0"/>
            <a:r>
              <a:rPr/>
              <a:t>Otomasyon scriptleri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9) Takım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Osman (Kurucu)</a:t>
            </a:r>
          </a:p>
          <a:p>
            <a:pPr lvl="0"/>
            <a:r>
              <a:rPr/>
              <a:t>Yayıncılar</a:t>
            </a:r>
          </a:p>
          <a:p>
            <a:pPr lvl="0"/>
            <a:r>
              <a:rPr/>
              <a:t>Teknik ekip</a:t>
            </a:r>
          </a:p>
          <a:p>
            <a:pPr lvl="0"/>
            <a:r>
              <a:rPr/>
              <a:t>Marketing destek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10) Yol Haritası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Q1: Marka + altyapı</a:t>
            </a:r>
          </a:p>
          <a:p>
            <a:pPr lvl="0"/>
            <a:r>
              <a:rPr/>
              <a:t>Q2: Digris başvurusu</a:t>
            </a:r>
          </a:p>
          <a:p>
            <a:pPr lvl="0"/>
            <a:r>
              <a:rPr/>
              <a:t>Q3: Yayın başlangıcı</a:t>
            </a:r>
          </a:p>
          <a:p>
            <a:pPr lvl="0"/>
            <a:r>
              <a:rPr/>
              <a:t>Q4: Sponsorluk anlaşmaları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11) Finansal Projeksiyon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İlk yıl düşük maliyet</a:t>
            </a:r>
          </a:p>
          <a:p>
            <a:pPr lvl="0"/>
            <a:r>
              <a:rPr/>
              <a:t>Digris + stüdyo giderleri</a:t>
            </a:r>
          </a:p>
          <a:p>
            <a:pPr lvl="0"/>
            <a:r>
              <a:rPr/>
              <a:t>Reklam gelirleri</a:t>
            </a:r>
          </a:p>
          <a:p>
            <a:pPr lvl="0"/>
            <a:r>
              <a:rPr/>
              <a:t>18 ayda break-even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12) Kapanış / 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Gurbet Radio Schweiz</a:t>
            </a:r>
          </a:p>
          <a:p>
            <a:pPr lvl="0"/>
            <a:r>
              <a:rPr/>
              <a:t>Zürich</a:t>
            </a:r>
          </a:p>
          <a:p>
            <a:pPr lvl="0"/>
            <a:r>
              <a:rPr/>
              <a:t>info@gurbetradio.ch (placeholder)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HEDEF KITLE SEGMENTASYONU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Genç Diaspora (18–30)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İsviçre’de doğmuş veya küçük yaşta gelmiş gençler</a:t>
            </a:r>
          </a:p>
          <a:p>
            <a:pPr lvl="0"/>
            <a:r>
              <a:rPr/>
              <a:t>Türkçe + Almanca karışık konuşan kuşak</a:t>
            </a:r>
          </a:p>
          <a:p>
            <a:pPr lvl="0"/>
            <a:r>
              <a:rPr/>
              <a:t>Spotify, YouTube, TikTok ağırlıklı medya tüketicileri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Modern müzik - Gençlik programları - İki dilli içerik - Podcast serileri - Sosyal medya entegrasyonu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Aile Segmenti (30–50)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İş hayatında aktif</a:t>
            </a:r>
          </a:p>
          <a:p>
            <a:pPr lvl="0"/>
            <a:r>
              <a:rPr/>
              <a:t>Çocuklu aileler</a:t>
            </a:r>
          </a:p>
          <a:p>
            <a:pPr lvl="0"/>
            <a:r>
              <a:rPr/>
              <a:t>Hem Türkiye hem İsviçre gündemini takip edenler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Haber bültenleri - Topluluk programları - Kültürel içerikler - Ekonomi ve günlük yaşam programları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Birinci Nesil Göçmenler (50+)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Türkiye’den yetişkin yaşta gelmiş</a:t>
            </a:r>
          </a:p>
          <a:p>
            <a:pPr lvl="0"/>
            <a:r>
              <a:rPr/>
              <a:t>Türkçe içerik ağırlıklı tüketen</a:t>
            </a:r>
          </a:p>
          <a:p>
            <a:pPr lvl="0"/>
            <a:r>
              <a:rPr/>
              <a:t>Topluluk bağları güçlü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Türkçe müzik - Klasik radyo formatı - Topluluk haberleri - Röportajlar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İsviçreli / Almanca Konuşan Dinleyiciler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 kültürüne ilgi duyan İsviçreliler</a:t>
            </a:r>
          </a:p>
          <a:p>
            <a:pPr lvl="0"/>
            <a:r>
              <a:rPr/>
              <a:t>Türk partneri olanlar</a:t>
            </a:r>
          </a:p>
          <a:p>
            <a:pPr lvl="0"/>
            <a:r>
              <a:rPr/>
              <a:t>Almanca içerik arayan genç diaspora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Almanca kısa haberler - İki dilli programlar - Kültürel köprü içerikleri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Özet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İsviçre’deki Türk diasporasının tüm yaş gruplarına hitap eden, segmentlenmiş ve iki dilli bir yayın stratejisiyle topluluğu bir araya getirir.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SLOGAN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Resmî Slogan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Gurbetteki Anadolunun Sesi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Açıklama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 slogan, İsviçre’de yaşayan Türk diasporasının kültürel köklerini, aidiyet duygusunu ve topluluk bağlarını temsil eder. Gurbet Radio Schweiz, Anadolunun sıcaklığını ve sesini Avrupa’daki Türk toplumuna taşıyan bir köprü görevi görür.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PROBLEM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İsviçre’deki Türk Diasporasının Medya Sorunları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Medya Temsili Zayıf</a:t>
            </a:r>
          </a:p>
          <a:p>
            <a:pPr lvl="0" indent="0" marL="0">
              <a:buNone/>
            </a:pPr>
            <a:r>
              <a:rPr/>
              <a:t>İsviçre’de</a:t>
            </a:r>
          </a:p>
          <a:p>
            <a:pPr lvl="0" indent="0" marL="0">
              <a:buNone/>
            </a:pPr>
            <a:r>
              <a:rPr/>
              <a:t>cat &lt;&lt; ‘EOF’ &gt; “/Users/odu/Library/CloudStorage/OneDrive-Persönlich/GurbetRadyoIsvicre/09_YATIRIMCI/04_COZUM.md” # GURBET RADIO SCHWEIZ – ÇÖZÜM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Schweiz’in Getirdiği Yenilik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Modern Dijital Radyo Platformu</a:t>
            </a:r>
          </a:p>
          <a:p>
            <a:pPr lvl="0" indent="0" marL="0">
              <a:buNone/>
            </a:pPr>
            <a:r>
              <a:rPr/>
              <a:t>DAB+ ve online yayın ile İsviçre’nin her yerinde erişilebilir, profesyonel bir radyo altyapısı.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2) Türkçe + Almanca İki Dilli Yayın</a:t>
            </a:r>
          </a:p>
          <a:p>
            <a:pPr lvl="0" indent="0" marL="0">
              <a:buNone/>
            </a:pPr>
            <a:r>
              <a:rPr/>
              <a:t>Hem birinci nesil göçmenlere hem genç kuşağa hitap eden hibrit yayın modeli.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3) Diaspora Odaklı Programlar</a:t>
            </a:r>
          </a:p>
          <a:p>
            <a:pPr lvl="0" indent="0" marL="0">
              <a:buNone/>
            </a:pPr>
            <a:r>
              <a:rPr/>
              <a:t>Topluluk haberleri, kültürel içerikler, röportajlar, gençlik programları ve müzik yayınları.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4) Canlı Yayın + Podcast Ekosistemi</a:t>
            </a:r>
          </a:p>
          <a:p>
            <a:pPr lvl="0" indent="0" marL="0">
              <a:buNone/>
            </a:pPr>
            <a:r>
              <a:rPr/>
              <a:t>Her program hem canlı yayınlanır hem de podcast olarak arşivlenir; erişim 7/24 devam eder.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5) Topluluk Katılımı</a:t>
            </a:r>
          </a:p>
          <a:p>
            <a:pPr lvl="0" indent="0" marL="0">
              <a:buNone/>
            </a:pPr>
            <a:r>
              <a:rPr/>
              <a:t>Dinleyici mesajları, röportajlar, etkinlik duyuruları ve diaspora hikâyeleri ile interaktif bir yapı.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6) Kültürel Köprü Görevi</a:t>
            </a:r>
          </a:p>
          <a:p>
            <a:pPr lvl="0" indent="0" marL="0">
              <a:buNone/>
            </a:pPr>
            <a:r>
              <a:rPr/>
              <a:t>“Gurbetteki Anadolunun Sesi” sloganıyla, İsviçre’deki Türk topluluğunu kültürel olarak bir araya getiren bir medya köprüsü.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ÇÖZÜM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Schweiz’in Getirdiği Yenilik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Modern Dijital Radyo Platformu</a:t>
            </a:r>
          </a:p>
          <a:p>
            <a:pPr lvl="0"/>
            <a:r>
              <a:rPr/>
              <a:t>DAB+ ve online yayın ile İsviçre’nin her yerinde erişilebilir, profesyonel bir radyo altyapısı.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2) Türkçe + Almanca İki Dilli Yayın</a:t>
            </a:r>
          </a:p>
          <a:p>
            <a:pPr lvl="0"/>
            <a:r>
              <a:rPr/>
              <a:t>Hem birinci nesil göçmenlere hem genç kuşağa hitap eden hibrit yayın modeli.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3) Diaspora Odaklı Programlar</a:t>
            </a:r>
          </a:p>
          <a:p>
            <a:pPr lvl="0"/>
            <a:r>
              <a:rPr/>
              <a:t>Topluluk haberleri, kültürel içerikler, röportajlar, gençlik programları ve müzik yayınları.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4) Canlı Yayın + Podcast Ekosistemi</a:t>
            </a:r>
          </a:p>
          <a:p>
            <a:pPr lvl="0"/>
            <a:r>
              <a:rPr/>
              <a:t>Her program hem canlı yayınlanır hem de podcast olarak arşivlenir; erişim 7/24 devam eder.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5) Topluluk Katılımı</a:t>
            </a:r>
          </a:p>
          <a:p>
            <a:pPr lvl="0"/>
            <a:r>
              <a:rPr/>
              <a:t>Dinleyici mesajları, röportajlar, etkinlik duyuruları ve diaspora hikâyeleri ile interaktif bir yapı.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6) Kültürel Köprü Görevi</a:t>
            </a:r>
          </a:p>
          <a:p>
            <a:pPr lvl="0"/>
            <a:r>
              <a:rPr/>
              <a:t>“Gurbetteki Anadolunun Sesi” sloganıyla, İsviçre’deki Türk topluluğunu kültürel olarak bir araya getiren bir medya</a:t>
            </a:r>
          </a:p>
          <a:p>
            <a:pPr lvl="0" indent="0" marL="0">
              <a:buNone/>
            </a:pPr>
            <a:r>
              <a:rPr/>
              <a:t>ls -l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ÜRÜN / YAYIN FORMATİ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Günlük Haber Bülteni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 gündemi</a:t>
            </a:r>
          </a:p>
          <a:p>
            <a:pPr lvl="0"/>
            <a:r>
              <a:rPr/>
              <a:t>Türkiye gündemi</a:t>
            </a:r>
          </a:p>
          <a:p>
            <a:pPr lvl="0"/>
            <a:r>
              <a:rPr/>
              <a:t>Diaspora haberleri</a:t>
            </a:r>
          </a:p>
          <a:p>
            <a:pPr lvl="0"/>
            <a:r>
              <a:rPr/>
              <a:t>Kısa, net, güvenilir içerik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Müzik Yayınları (Lisanslı)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Türkçe pop</a:t>
            </a:r>
          </a:p>
          <a:p>
            <a:pPr lvl="0"/>
            <a:r>
              <a:rPr/>
              <a:t>Arabesk / fantezi</a:t>
            </a:r>
          </a:p>
          <a:p>
            <a:pPr lvl="0"/>
            <a:r>
              <a:rPr/>
              <a:t>Halk müziği</a:t>
            </a:r>
          </a:p>
          <a:p>
            <a:pPr lvl="0"/>
            <a:r>
              <a:rPr/>
              <a:t>Genç diaspora için modern remix ve alternatif müzik</a:t>
            </a:r>
          </a:p>
          <a:p>
            <a:pPr lvl="0"/>
            <a:r>
              <a:rPr/>
              <a:t>İsviçre’de yaşayan Türk sanatçılara özel alan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Topluluk Programları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Göçmenlik hikâyeleri</a:t>
            </a:r>
          </a:p>
          <a:p>
            <a:pPr lvl="0"/>
            <a:r>
              <a:rPr/>
              <a:t>Dernekler, kültür merkezleri, etkinlik duyuruları</a:t>
            </a:r>
          </a:p>
          <a:p>
            <a:pPr lvl="0"/>
            <a:r>
              <a:rPr/>
              <a:t>Röportajlar</a:t>
            </a:r>
          </a:p>
          <a:p>
            <a:pPr lvl="0"/>
            <a:r>
              <a:rPr/>
              <a:t>“Gurbetteki Anadolunun Sesi” temasına uygun kültürel içerikler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Gençlik İçerikleri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İki dilli (Türkçe + Almanca) programlar</a:t>
            </a:r>
          </a:p>
          <a:p>
            <a:pPr lvl="0"/>
            <a:r>
              <a:rPr/>
              <a:t>Genç diaspora sorunları</a:t>
            </a:r>
          </a:p>
          <a:p>
            <a:pPr lvl="0"/>
            <a:r>
              <a:rPr/>
              <a:t>Eğitim, kariyer, sosyal yaşam</a:t>
            </a:r>
          </a:p>
          <a:p>
            <a:pPr lvl="0"/>
            <a:r>
              <a:rPr/>
              <a:t>Podcast formatında kısa bölümler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Röportajlar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İş insanları</a:t>
            </a:r>
          </a:p>
          <a:p>
            <a:pPr lvl="0"/>
            <a:r>
              <a:rPr/>
              <a:t>Sanatçılar</a:t>
            </a:r>
          </a:p>
          <a:p>
            <a:pPr lvl="0"/>
            <a:r>
              <a:rPr/>
              <a:t>Sporcular</a:t>
            </a:r>
          </a:p>
          <a:p>
            <a:pPr lvl="0"/>
            <a:r>
              <a:rPr/>
              <a:t>Topluluk liderleri</a:t>
            </a:r>
          </a:p>
          <a:p>
            <a:pPr lvl="0"/>
            <a:r>
              <a:rPr/>
              <a:t>Başarı hikâyeleri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Podcast Serileri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Her programın podcast versiyonu</a:t>
            </a:r>
          </a:p>
          <a:p>
            <a:pPr lvl="0"/>
            <a:r>
              <a:rPr/>
              <a:t>Haftalık özel seriler</a:t>
            </a:r>
          </a:p>
          <a:p>
            <a:pPr lvl="0"/>
            <a:r>
              <a:rPr/>
              <a:t>Diaspora hikâyeleri</a:t>
            </a:r>
          </a:p>
          <a:p>
            <a:pPr lvl="0"/>
            <a:r>
              <a:rPr/>
              <a:t>Kültürel anlatılar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Canlı Yayınlar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Günlük canlı yayın akışı</a:t>
            </a:r>
          </a:p>
          <a:p>
            <a:pPr lvl="0"/>
            <a:r>
              <a:rPr/>
              <a:t>Dinleyici mesajları</a:t>
            </a:r>
          </a:p>
          <a:p>
            <a:pPr lvl="0"/>
            <a:r>
              <a:rPr/>
              <a:t>Canlı telefon bağlantıları</a:t>
            </a:r>
          </a:p>
          <a:p>
            <a:pPr lvl="0"/>
            <a:r>
              <a:rPr/>
              <a:t>Özel günlerde özel yayınlar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Dijital Yayın Ekosistemi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DAB+ yayın</a:t>
            </a:r>
          </a:p>
          <a:p>
            <a:pPr lvl="0"/>
            <a:r>
              <a:rPr/>
              <a:t>Online stream</a:t>
            </a:r>
          </a:p>
          <a:p>
            <a:pPr lvl="0"/>
            <a:r>
              <a:rPr/>
              <a:t>Mobil uygulama (gelecek planı)</a:t>
            </a:r>
          </a:p>
          <a:p>
            <a:pPr lvl="0"/>
            <a:r>
              <a:rPr/>
              <a:t>Sosyal medya entegrasyonu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PAZAR ANALİZİ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İsviçre’deki Türk Diasporası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130.000+ Türk kökenli insan</a:t>
            </a:r>
          </a:p>
          <a:p>
            <a:pPr lvl="0"/>
            <a:r>
              <a:rPr/>
              <a:t>Yoğun olarak Zürich, Basel, Bern, Aargau, St. Gallen</a:t>
            </a:r>
          </a:p>
          <a:p>
            <a:pPr lvl="0"/>
            <a:r>
              <a:rPr/>
              <a:t>Genç kuşak iki dilli (Türkçe + Almanca)</a:t>
            </a:r>
          </a:p>
          <a:p>
            <a:pPr lvl="0"/>
            <a:r>
              <a:rPr/>
              <a:t>Aile yapısı güçlü, topluluk bilinci yüksek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Medya Tüketim Alışkanlıkları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Gençler: Spotify, YouTube, TikTok, Podcast</a:t>
            </a:r>
          </a:p>
          <a:p>
            <a:pPr lvl="0"/>
            <a:r>
              <a:rPr/>
              <a:t>Yetişkinler: Radyo, TV, Facebook</a:t>
            </a:r>
          </a:p>
          <a:p>
            <a:pPr lvl="0"/>
            <a:r>
              <a:rPr/>
              <a:t>Birinci nesil: Klasik radyo + Türk TV kanalları</a:t>
            </a:r>
          </a:p>
          <a:p>
            <a:pPr lvl="0"/>
            <a:r>
              <a:rPr/>
              <a:t>Ortak nokta: </a:t>
            </a:r>
            <a:r>
              <a:rPr b="1"/>
              <a:t>Türkçe içerik ihtiyacı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Reklam Potansiyeli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Türk topluluğuna ulaşmak isteyen sektörler: - Restoranlar - Avukatlar - Sigorta şirketleri - Göçmenlik danışmanları - Marketler - Etkinlik organizatörleri - Sağlık ve güzellik sektörü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Fırsat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İsviçre’de Türkçe + Almanca hibrit yayın yapan </a:t>
            </a:r>
            <a:r>
              <a:rPr b="1"/>
              <a:t>profesyonel bir radyo yok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Gurbet Radio Schweiz bu boşluğu doldurarak: - Topluluğu bir araya getirir - Reklam verenlere hedefli erişim sağlar - Diaspora için kültürel bir merkez oluşturur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REKABET ANALİZİ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Türkiye Merkezli Diaspora Radyoları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İsviçre’ye özel içerik üretmiyorlar</a:t>
            </a:r>
          </a:p>
          <a:p>
            <a:pPr lvl="0"/>
            <a:r>
              <a:rPr/>
              <a:t>Yerel topluluk haberleri yok</a:t>
            </a:r>
          </a:p>
          <a:p>
            <a:pPr lvl="0"/>
            <a:r>
              <a:rPr/>
              <a:t>Genç diaspora için yetersiz</a:t>
            </a:r>
          </a:p>
          <a:p>
            <a:pPr lvl="0"/>
            <a:r>
              <a:rPr/>
              <a:t>Reklam hedeflemesi zayıf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İsviçre Yerel Radyoları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Türkçe yayın yok</a:t>
            </a:r>
          </a:p>
          <a:p>
            <a:pPr lvl="0"/>
            <a:r>
              <a:rPr/>
              <a:t>Diaspora odaklı program yok</a:t>
            </a:r>
          </a:p>
          <a:p>
            <a:pPr lvl="0"/>
            <a:r>
              <a:rPr/>
              <a:t>Kültürel bağ kuramıyorlar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YouTube / Podcast Kanalları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Dağınık içerik</a:t>
            </a:r>
          </a:p>
          <a:p>
            <a:pPr lvl="0"/>
            <a:r>
              <a:rPr/>
              <a:t>Süreklilik yok</a:t>
            </a:r>
          </a:p>
          <a:p>
            <a:pPr lvl="0"/>
            <a:r>
              <a:rPr/>
              <a:t>Profesyonel yayın akışı yok</a:t>
            </a:r>
          </a:p>
          <a:p>
            <a:pPr lvl="0"/>
            <a:r>
              <a:rPr/>
              <a:t>Topluluk birleştirme gücü sınırlı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Gurbet Radio Schweiz’in 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İki dilli yayın (Türkçe + Almanca)</a:t>
            </a:r>
          </a:p>
          <a:p>
            <a:pPr lvl="0"/>
            <a:r>
              <a:rPr b="1"/>
              <a:t>Diaspora odaklı profesyonel format</a:t>
            </a:r>
          </a:p>
          <a:p>
            <a:pPr lvl="0"/>
            <a:r>
              <a:rPr b="1"/>
              <a:t>DAB+ + online yayın</a:t>
            </a:r>
          </a:p>
          <a:p>
            <a:pPr lvl="0"/>
            <a:r>
              <a:rPr b="1"/>
              <a:t>Topluluk merkezli içerik</a:t>
            </a:r>
          </a:p>
          <a:p>
            <a:pPr lvl="0"/>
            <a:r>
              <a:rPr b="1"/>
              <a:t>Gurbetteki Anadolunun Sesi</a:t>
            </a:r>
            <a:r>
              <a:rPr/>
              <a:t> sloganıyla güçlü kimlik</a:t>
            </a:r>
          </a:p>
          <a:p>
            <a:pPr lvl="0"/>
            <a:r>
              <a:rPr b="1"/>
              <a:t>Reklam verenler için hedefli erişim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İsviçre’de Türk diasporasına yönelik profesyonel, iki dilli, sürekli yayın yapan </a:t>
            </a:r>
            <a:r>
              <a:rPr b="1"/>
              <a:t>hiçbir radyo yok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Gurbet Radio Schweiz bu boşluğu dolduran </a:t>
            </a:r>
            <a:r>
              <a:rPr b="1"/>
              <a:t>ilk ve tek</a:t>
            </a:r>
            <a:r>
              <a:rPr/>
              <a:t> platformdur.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İŞ MODELİ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Reklam Gelirleri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Yerel işletmeler (restoran, market, avukat, sigorta)</a:t>
            </a:r>
          </a:p>
          <a:p>
            <a:pPr lvl="0"/>
            <a:r>
              <a:rPr/>
              <a:t>Etkinlik organizatörleri</a:t>
            </a:r>
          </a:p>
          <a:p>
            <a:pPr lvl="0"/>
            <a:r>
              <a:rPr/>
              <a:t>Kültürel dernekler</a:t>
            </a:r>
          </a:p>
          <a:p>
            <a:pPr lvl="0"/>
            <a:r>
              <a:rPr/>
              <a:t>Hedefli reklam paketleri (gençlik, aile, diaspora)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Sponsorluk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Program sponsorluğu</a:t>
            </a:r>
          </a:p>
          <a:p>
            <a:pPr lvl="0"/>
            <a:r>
              <a:rPr/>
              <a:t>Haftalık/aylık özel yayın sponsorluğu</a:t>
            </a:r>
          </a:p>
          <a:p>
            <a:pPr lvl="0"/>
            <a:r>
              <a:rPr/>
              <a:t>Podcast serisi sponsorluğu</a:t>
            </a:r>
          </a:p>
          <a:p>
            <a:pPr lvl="0"/>
            <a:r>
              <a:rPr/>
              <a:t>“Gurbetteki Anadolunun Sesi” temalı kültürel sponsor paketleri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Dijital Reklam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 sitesi banner reklamları</a:t>
            </a:r>
          </a:p>
          <a:p>
            <a:pPr lvl="0"/>
            <a:r>
              <a:rPr/>
              <a:t>Mobil uygulama reklamları (gelecek planı)</a:t>
            </a:r>
          </a:p>
          <a:p>
            <a:pPr lvl="0"/>
            <a:r>
              <a:rPr/>
              <a:t>Podcast içi reklam spotları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Etkinlik Ortaklıkları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Diaspora festivalleri</a:t>
            </a:r>
          </a:p>
          <a:p>
            <a:pPr lvl="0"/>
            <a:r>
              <a:rPr/>
              <a:t>Kültürel etkinlikler</a:t>
            </a:r>
          </a:p>
          <a:p>
            <a:pPr lvl="0"/>
            <a:r>
              <a:rPr/>
              <a:t>Konserler</a:t>
            </a:r>
          </a:p>
          <a:p>
            <a:pPr lvl="0"/>
            <a:r>
              <a:rPr/>
              <a:t>Topluluk buluşmaları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Premium İçerik (Gelecek Planı)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Ücretli özel podcast serileri</a:t>
            </a:r>
          </a:p>
          <a:p>
            <a:pPr lvl="0"/>
            <a:r>
              <a:rPr/>
              <a:t>Üyelik sistemi</a:t>
            </a:r>
          </a:p>
          <a:p>
            <a:pPr lvl="0"/>
            <a:r>
              <a:rPr/>
              <a:t>Reklamsız dinleme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hem geleneksel radyo gelir modellerini hem de modern dijital medya gelirlerini birleştiren hibrit bir iş modeline sahiptir.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TEKNİK ALTYAPI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Yayın Altyapısı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Digris DAB+ ağına başvuru</a:t>
            </a:r>
          </a:p>
          <a:p>
            <a:pPr lvl="0"/>
            <a:r>
              <a:rPr/>
              <a:t>DAB+ üzerinden İsviçre genelinde yayın</a:t>
            </a:r>
          </a:p>
          <a:p>
            <a:pPr lvl="0"/>
            <a:r>
              <a:rPr/>
              <a:t>Online stream (web + mobil)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Stüdyo Ekipmanı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Profesyonel mikrofonlar</a:t>
            </a:r>
          </a:p>
          <a:p>
            <a:pPr lvl="0"/>
            <a:r>
              <a:rPr/>
              <a:t>Ses kartı</a:t>
            </a:r>
          </a:p>
          <a:p>
            <a:pPr lvl="0"/>
            <a:r>
              <a:rPr/>
              <a:t>Mikser</a:t>
            </a:r>
          </a:p>
          <a:p>
            <a:pPr lvl="0"/>
            <a:r>
              <a:rPr/>
              <a:t>Yayın kulaklıkları</a:t>
            </a:r>
          </a:p>
          <a:p>
            <a:pPr lvl="0"/>
            <a:r>
              <a:rPr/>
              <a:t>Akustik düzenleme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Yayın Yazılımı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Otomasyon yazılımı</a:t>
            </a:r>
          </a:p>
          <a:p>
            <a:pPr lvl="0"/>
            <a:r>
              <a:rPr/>
              <a:t>Jingle / reklam yönetimi</a:t>
            </a:r>
          </a:p>
          <a:p>
            <a:pPr lvl="0"/>
            <a:r>
              <a:rPr/>
              <a:t>Canlı yayın kontrol paneli</a:t>
            </a:r>
          </a:p>
          <a:p>
            <a:pPr lvl="0"/>
            <a:r>
              <a:rPr/>
              <a:t>Podcast kayıt ve düzenleme yazılımı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Bulut Altyapısı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OneDrive üzerinden arşiv sistemi</a:t>
            </a:r>
          </a:p>
          <a:p>
            <a:pPr lvl="0"/>
            <a:r>
              <a:rPr/>
              <a:t>Program kayıtları</a:t>
            </a:r>
          </a:p>
          <a:p>
            <a:pPr lvl="0"/>
            <a:r>
              <a:rPr/>
              <a:t>Jingle ve reklam dosyaları</a:t>
            </a:r>
          </a:p>
          <a:p>
            <a:pPr lvl="0"/>
            <a:r>
              <a:rPr/>
              <a:t>Yedekleme sistemi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Dijital Ekosistem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 sitesi</a:t>
            </a:r>
          </a:p>
          <a:p>
            <a:pPr lvl="0"/>
            <a:r>
              <a:rPr/>
              <a:t>Sosyal medya entegrasyonu</a:t>
            </a:r>
          </a:p>
          <a:p>
            <a:pPr lvl="0"/>
            <a:r>
              <a:rPr/>
              <a:t>Podcast platformları (Spotify, Apple, Google)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Güvenlik ve Süreklilik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Yedekli yayın sistemi</a:t>
            </a:r>
          </a:p>
          <a:p>
            <a:pPr lvl="0"/>
            <a:r>
              <a:rPr/>
              <a:t>Bulut tabanlı dosya güvenliği</a:t>
            </a:r>
          </a:p>
          <a:p>
            <a:pPr lvl="0"/>
            <a:r>
              <a:rPr/>
              <a:t>Düzenli bakım ve güncellemeler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modern, güvenilir ve sürdürülebilir bir yayın altyapısına sahiptir. Hem DAB+ hem dijital platformlarla geniş erişim sağlar.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TAKIM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Osman – Kurucu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Yayın vizyonu, marka stratejisi ve operasyon yönetimi</a:t>
            </a:r>
          </a:p>
          <a:p>
            <a:pPr lvl="0"/>
            <a:r>
              <a:rPr/>
              <a:t>Diaspora topluluğu ile güçlü bağlar</a:t>
            </a:r>
          </a:p>
          <a:p>
            <a:pPr lvl="0"/>
            <a:r>
              <a:rPr/>
              <a:t>Çok dilli iletişim (TR / DE / EN / CH-DE)</a:t>
            </a:r>
          </a:p>
          <a:p>
            <a:pPr lvl="0"/>
            <a:r>
              <a:rPr/>
              <a:t>Teknik altyapı ve içerik planlaması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Yayıncılar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Haber sunucuları</a:t>
            </a:r>
          </a:p>
          <a:p>
            <a:pPr lvl="0"/>
            <a:r>
              <a:rPr/>
              <a:t>Müzik programcıları</a:t>
            </a:r>
          </a:p>
          <a:p>
            <a:pPr lvl="0"/>
            <a:r>
              <a:rPr/>
              <a:t>Topluluk programı sunucuları</a:t>
            </a:r>
          </a:p>
          <a:p>
            <a:pPr lvl="0"/>
            <a:r>
              <a:rPr/>
              <a:t>Gençlik içerikleri için iki dilli yayıncılar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Teknik Ekip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Ses mühendisleri</a:t>
            </a:r>
          </a:p>
          <a:p>
            <a:pPr lvl="0"/>
            <a:r>
              <a:rPr/>
              <a:t>Yayın otomasyon uzmanı</a:t>
            </a:r>
          </a:p>
          <a:p>
            <a:pPr lvl="0"/>
            <a:r>
              <a:rPr/>
              <a:t>Podcast düzenleme ekibi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Marketing &amp; Sosyal Medya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İçerik üreticileri</a:t>
            </a:r>
          </a:p>
          <a:p>
            <a:pPr lvl="0"/>
            <a:r>
              <a:rPr/>
              <a:t>Sosyal medya yöneticisi</a:t>
            </a:r>
          </a:p>
          <a:p>
            <a:pPr lvl="0"/>
            <a:r>
              <a:rPr/>
              <a:t>Topluluk iletişimi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Danışmanlar (Opsiyonel)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Hukuk danışmanı</a:t>
            </a:r>
          </a:p>
          <a:p>
            <a:pPr lvl="0"/>
            <a:r>
              <a:rPr/>
              <a:t>Reklam &amp; sponsorluk danışmanı</a:t>
            </a:r>
          </a:p>
          <a:p>
            <a:pPr lvl="0"/>
            <a:r>
              <a:rPr/>
              <a:t>Digris teknik danışmanı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YOL HARİTASI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 – Hazırlık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Marka kimliği oluşturma</a:t>
            </a:r>
          </a:p>
          <a:p>
            <a:pPr lvl="0"/>
            <a:r>
              <a:rPr/>
              <a:t>Pitch deck hazırlığı</a:t>
            </a:r>
          </a:p>
          <a:p>
            <a:pPr lvl="0"/>
            <a:r>
              <a:rPr/>
              <a:t>Teknik altyapı planlaması</a:t>
            </a:r>
          </a:p>
          <a:p>
            <a:pPr lvl="0"/>
            <a:r>
              <a:rPr/>
              <a:t>Stüdyo ekipman listesi</a:t>
            </a:r>
          </a:p>
          <a:p>
            <a:pPr lvl="0"/>
            <a:r>
              <a:rPr/>
              <a:t>Digris başvuru dosyası hazırlığı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Q2 – Başvuru ve Kurulum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Digris DAB+ başvurusu</a:t>
            </a:r>
          </a:p>
          <a:p>
            <a:pPr lvl="0"/>
            <a:r>
              <a:rPr/>
              <a:t>Stüdyo ekipmanlarının kurulumu</a:t>
            </a:r>
          </a:p>
          <a:p>
            <a:pPr lvl="0"/>
            <a:r>
              <a:rPr/>
              <a:t>Yayın otomasyon sisteminin devreye alınması</a:t>
            </a:r>
          </a:p>
          <a:p>
            <a:pPr lvl="0"/>
            <a:r>
              <a:rPr/>
              <a:t>İlk program formatlarının oluşturulması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Q3 – Yayın Başlangıcı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Test yayınları</a:t>
            </a:r>
          </a:p>
          <a:p>
            <a:pPr lvl="0"/>
            <a:r>
              <a:rPr/>
              <a:t>İlk canlı yayın</a:t>
            </a:r>
          </a:p>
          <a:p>
            <a:pPr lvl="0"/>
            <a:r>
              <a:rPr/>
              <a:t>Podcast serilerinin başlatılması</a:t>
            </a:r>
          </a:p>
          <a:p>
            <a:pPr lvl="0"/>
            <a:r>
              <a:rPr/>
              <a:t>Sosyal medya kampanyaları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Q4 – Büyüme ve Gelir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Sponsorluk anlaşmaları</a:t>
            </a:r>
          </a:p>
          <a:p>
            <a:pPr lvl="0"/>
            <a:r>
              <a:rPr/>
              <a:t>Reklam paketlerinin satışı</a:t>
            </a:r>
          </a:p>
          <a:p>
            <a:pPr lvl="0"/>
            <a:r>
              <a:rPr/>
              <a:t>Topluluk etkinlikleri</a:t>
            </a:r>
          </a:p>
          <a:p>
            <a:pPr lvl="0"/>
            <a:r>
              <a:rPr/>
              <a:t>Mobil uygulama planlaması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FİNANSAL PROJEKSİYON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Giderler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Başlangıç Giderleri</a:t>
            </a:r>
          </a:p>
          <a:p>
            <a:pPr lvl="0"/>
            <a:r>
              <a:rPr/>
              <a:t>Stüdyo ekipmanı</a:t>
            </a:r>
          </a:p>
          <a:p>
            <a:pPr lvl="0"/>
            <a:r>
              <a:rPr/>
              <a:t>Akustik düzenleme</a:t>
            </a:r>
          </a:p>
          <a:p>
            <a:pPr lvl="0"/>
            <a:r>
              <a:rPr/>
              <a:t>Yayın yazılımı</a:t>
            </a:r>
          </a:p>
          <a:p>
            <a:pPr lvl="0"/>
            <a:r>
              <a:rPr/>
              <a:t>Marka &amp; tasarım giderleri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Operasyonel Giderler</a:t>
            </a:r>
          </a:p>
          <a:p>
            <a:pPr lvl="0"/>
            <a:r>
              <a:rPr/>
              <a:t>Digris DAB+ ücreti</a:t>
            </a:r>
          </a:p>
          <a:p>
            <a:pPr lvl="0"/>
            <a:r>
              <a:rPr/>
              <a:t>Hosting &amp; stream giderleri</a:t>
            </a:r>
          </a:p>
          <a:p>
            <a:pPr lvl="0"/>
            <a:r>
              <a:rPr/>
              <a:t>Lisans ücretleri</a:t>
            </a:r>
          </a:p>
          <a:p>
            <a:pPr lvl="0"/>
            <a:r>
              <a:rPr/>
              <a:t>Pazarlama &amp; sosyal medya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Gelirler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Reklam Gelirleri</a:t>
            </a:r>
          </a:p>
          <a:p>
            <a:pPr lvl="0"/>
            <a:r>
              <a:rPr/>
              <a:t>Yerel işletmeler</a:t>
            </a:r>
          </a:p>
          <a:p>
            <a:pPr lvl="0"/>
            <a:r>
              <a:rPr/>
              <a:t>Etkinlik sponsorları</a:t>
            </a:r>
          </a:p>
          <a:p>
            <a:pPr lvl="0"/>
            <a:r>
              <a:rPr/>
              <a:t>Sigorta &amp; avukatlık sektörü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Dijital Gelirler</a:t>
            </a:r>
          </a:p>
          <a:p>
            <a:pPr lvl="0"/>
            <a:r>
              <a:rPr/>
              <a:t>Podcast reklamları</a:t>
            </a:r>
          </a:p>
          <a:p>
            <a:pPr lvl="0"/>
            <a:r>
              <a:rPr/>
              <a:t>Web banner reklamları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Gelecek Gelirleri</a:t>
            </a:r>
          </a:p>
          <a:p>
            <a:pPr lvl="0"/>
            <a:r>
              <a:rPr/>
              <a:t>Premium üyelik</a:t>
            </a:r>
          </a:p>
          <a:p>
            <a:pPr lvl="0"/>
            <a:r>
              <a:rPr/>
              <a:t>Özel podcast serileri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Finansal Öngörü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İlk 6 ay yatırım dönemi</a:t>
            </a:r>
          </a:p>
          <a:p>
            <a:pPr lvl="0" indent="-342900" marL="342900">
              <a:buAutoNum startAt="12" type="arabicPeriod"/>
            </a:pPr>
            <a:r>
              <a:rPr/>
              <a:t>ayda reklam gelirlerinin artması</a:t>
            </a:r>
          </a:p>
          <a:p>
            <a:pPr lvl="0"/>
            <a:r>
              <a:rPr/>
              <a:t>18 ayda break-even (başabaş noktası)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KAPANIŞ &amp; İLETİŞİM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Teşekkürler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İsviçre’deki Türk diasporasını bir araya getiren modern, iki dilli ve topluluk odaklı bir radyo platformudur.</a:t>
            </a:r>
          </a:p>
          <a:p>
            <a:pPr lvl="0" indent="0" marL="0">
              <a:buNone/>
            </a:pPr>
            <a:r>
              <a:rPr b="1"/>
              <a:t>Gurbetteki Anadolunun Sesi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Gurbet Radio Schweiz</a:t>
            </a:r>
          </a:p>
          <a:p>
            <a:pPr lvl="0"/>
            <a:r>
              <a:rPr/>
              <a:t>Zürich, Switzerland</a:t>
            </a:r>
          </a:p>
          <a:p>
            <a:pPr lvl="0"/>
            <a:r>
              <a:rPr/>
              <a:t>info@gurbetradio.ch (placeholder)</a:t>
            </a:r>
          </a:p>
          <a:p>
            <a:pPr lvl="0"/>
            <a:r>
              <a:rPr/>
              <a:t>Web: gurbetradio.ch (placeholder)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Son Mesaj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Topluluğumuzu bir araya getiren, kültürümüzü yaşatan ve yeni nesle aktaran bir medya köprüsü kuruyoruz.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2026-02-10T18:01:19Z</dcterms:created>
  <dcterms:modified xsi:type="dcterms:W3CDTF">2026-02-10T18:01:19Z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