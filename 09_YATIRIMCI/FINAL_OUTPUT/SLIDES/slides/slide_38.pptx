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1) İsviçre’deki Türk Diasporası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130.000+ Türk kökenli insan</a:t>
            </a:r>
          </a:p>
          <a:p>
            <a:pPr lvl="0"/>
            <a:r>
              <a:rPr/>
              <a:t>Yoğun olarak Zürich, Basel, Bern, Aargau, St. Gallen</a:t>
            </a:r>
          </a:p>
          <a:p>
            <a:pPr lvl="0"/>
            <a:r>
              <a:rPr/>
              <a:t>Genç kuşak iki dilli (Türkçe + Almanca)</a:t>
            </a:r>
          </a:p>
          <a:p>
            <a:pPr lvl="0"/>
            <a:r>
              <a:rPr/>
              <a:t>Aile yapısı güçlü, topluluk bilinci yüksek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