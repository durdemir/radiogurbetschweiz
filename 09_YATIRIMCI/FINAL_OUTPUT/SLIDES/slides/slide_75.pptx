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Giderler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Başlangıç Giderleri</a:t>
            </a:r>
          </a:p>
          <a:p>
            <a:pPr lvl="0"/>
            <a:r>
              <a:rPr/>
              <a:t>Stüdyo ekipmanı</a:t>
            </a:r>
          </a:p>
          <a:p>
            <a:pPr lvl="0"/>
            <a:r>
              <a:rPr/>
              <a:t>Akustik düzenleme</a:t>
            </a:r>
          </a:p>
          <a:p>
            <a:pPr lvl="0"/>
            <a:r>
              <a:rPr/>
              <a:t>Yayın yazılımı</a:t>
            </a:r>
          </a:p>
          <a:p>
            <a:pPr lvl="0"/>
            <a:r>
              <a:rPr/>
              <a:t>Marka &amp; tasarım giderleri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Operasyonel Giderler</a:t>
            </a:r>
          </a:p>
          <a:p>
            <a:pPr lvl="0"/>
            <a:r>
              <a:rPr/>
              <a:t>Digris DAB+ ücreti</a:t>
            </a:r>
          </a:p>
          <a:p>
            <a:pPr lvl="0"/>
            <a:r>
              <a:rPr/>
              <a:t>Hosting &amp; stream giderleri</a:t>
            </a:r>
          </a:p>
          <a:p>
            <a:pPr lvl="0"/>
            <a:r>
              <a:rPr/>
              <a:t>Lisans ücretleri</a:t>
            </a:r>
          </a:p>
          <a:p>
            <a:pPr lvl="0"/>
            <a:r>
              <a:rPr/>
              <a:t>Pazarlama &amp; sosyal medya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