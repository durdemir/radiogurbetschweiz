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Schweiz’in Getirdiği Yenilik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Modern Dijital Radyo Platformu</a:t>
            </a:r>
          </a:p>
          <a:p>
            <a:pPr lvl="0"/>
            <a:r>
              <a:rPr/>
              <a:t>DAB+ ve online yayın ile İsviçre’nin her yerinde erişilebilir, profesyonel bir radyo altyapısı.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2) Türkçe + Almanca İki Dilli Yayın</a:t>
            </a:r>
          </a:p>
          <a:p>
            <a:pPr lvl="0"/>
            <a:r>
              <a:rPr/>
              <a:t>Hem birinci nesil göçmenlere hem genç kuşağa hitap eden hibrit yayın modeli.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3) Diaspora Odaklı Programlar</a:t>
            </a:r>
          </a:p>
          <a:p>
            <a:pPr lvl="0"/>
            <a:r>
              <a:rPr/>
              <a:t>Topluluk haberleri, kültürel içerikler, röportajlar, gençlik programları ve müzik yayınları.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4) Canlı Yayın + Podcast Ekosistemi</a:t>
            </a:r>
          </a:p>
          <a:p>
            <a:pPr lvl="0"/>
            <a:r>
              <a:rPr/>
              <a:t>Her program hem canlı yayınlanır hem de podcast olarak arşivlenir; erişim 7/24 devam eder.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5) Topluluk Katılımı</a:t>
            </a:r>
          </a:p>
          <a:p>
            <a:pPr lvl="0"/>
            <a:r>
              <a:rPr/>
              <a:t>Dinleyici mesajları, röportajlar, etkinlik duyuruları ve diaspora hikâyeleri ile interaktif bir yapı.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6) Kültürel Köprü Görevi</a:t>
            </a:r>
          </a:p>
          <a:p>
            <a:pPr lvl="0"/>
            <a:r>
              <a:rPr/>
              <a:t>“Gurbetteki Anadolunun Sesi” sloganıyla, İsviçre’deki Türk topluluğunu kültürel olarak bir araya getiren bir medya</a:t>
            </a:r>
          </a:p>
          <a:p>
            <a:pPr lvl="0" indent="0" marL="0">
              <a:buNone/>
            </a:pPr>
            <a:r>
              <a:rPr/>
              <a:t>ls -l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