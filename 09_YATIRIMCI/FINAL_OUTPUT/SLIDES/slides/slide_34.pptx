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Podcast Serileri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Her programın podcast versiyonu</a:t>
            </a:r>
          </a:p>
          <a:p>
            <a:pPr lvl="0"/>
            <a:r>
              <a:rPr/>
              <a:t>Haftalık özel seriler</a:t>
            </a:r>
          </a:p>
          <a:p>
            <a:pPr lvl="0"/>
            <a:r>
              <a:rPr/>
              <a:t>Diaspora hikâyeleri</a:t>
            </a:r>
          </a:p>
          <a:p>
            <a:pPr lvl="0"/>
            <a:r>
              <a:rPr/>
              <a:t>Kültürel anlatılar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