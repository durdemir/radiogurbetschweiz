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Osman – Kurucu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Yayın vizyonu, marka stratejisi ve operasyon yönetimi</a:t>
            </a:r>
          </a:p>
          <a:p>
            <a:pPr lvl="0"/>
            <a:r>
              <a:rPr/>
              <a:t>Diaspora topluluğu ile güçlü bağlar</a:t>
            </a:r>
          </a:p>
          <a:p>
            <a:pPr lvl="0"/>
            <a:r>
              <a:rPr/>
              <a:t>Çok dilli iletişim (TR / DE / EN / CH-DE)</a:t>
            </a:r>
          </a:p>
          <a:p>
            <a:pPr lvl="0"/>
            <a:r>
              <a:rPr/>
              <a:t>Teknik altyapı ve içerik planlaması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