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Gurbet Radio Schweiz’in Avantajları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İki dilli yayın (Türkçe + Almanca)</a:t>
            </a:r>
          </a:p>
          <a:p>
            <a:pPr lvl="0"/>
            <a:r>
              <a:rPr b="1"/>
              <a:t>Diaspora odaklı profesyonel format</a:t>
            </a:r>
          </a:p>
          <a:p>
            <a:pPr lvl="0"/>
            <a:r>
              <a:rPr b="1"/>
              <a:t>DAB+ + online yayın</a:t>
            </a:r>
          </a:p>
          <a:p>
            <a:pPr lvl="0"/>
            <a:r>
              <a:rPr b="1"/>
              <a:t>Topluluk merkezli içerik</a:t>
            </a:r>
          </a:p>
          <a:p>
            <a:pPr lvl="0"/>
            <a:r>
              <a:rPr b="1"/>
              <a:t>Gurbetteki Anadolunun Sesi</a:t>
            </a:r>
            <a:r>
              <a:rPr/>
              <a:t> sloganıyla güçlü kimlik</a:t>
            </a:r>
          </a:p>
          <a:p>
            <a:pPr lvl="0"/>
            <a:r>
              <a:rPr b="1"/>
              <a:t>Reklam verenler için hedefli erişim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