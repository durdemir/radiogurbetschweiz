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Medya Tüketim Alışkanlıkları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Gençler: Spotify, YouTube, TikTok, Podcast</a:t>
            </a:r>
          </a:p>
          <a:p>
            <a:pPr lvl="0"/>
            <a:r>
              <a:rPr/>
              <a:t>Yetişkinler: Radyo, TV, Facebook</a:t>
            </a:r>
          </a:p>
          <a:p>
            <a:pPr lvl="0"/>
            <a:r>
              <a:rPr/>
              <a:t>Birinci nesil: Klasik radyo + Türk TV kanalları</a:t>
            </a:r>
          </a:p>
          <a:p>
            <a:pPr lvl="0"/>
            <a:r>
              <a:rPr/>
              <a:t>Ortak nokta: </a:t>
            </a:r>
            <a:r>
              <a:rPr b="1"/>
              <a:t>Türkçe içerik ihtiyacı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