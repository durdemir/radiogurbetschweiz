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7) Sonuç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Gurbet Radio Schweiz, modern, güvenilir ve sürdürülebilir bir yayın altyapısına sahiptir. Hem DAB+ hem dijital platformlarla geniş erişim sağlar.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