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Reklam Potansiyeli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Türk topluluğuna ulaşmak isteyen sektörler: - Restoranlar - Avukatlar - Sigorta şirketleri - Göçmenlik danışmanları - Marketler - Etkinlik organizatörleri - Sağlık ve güzellik sektörü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