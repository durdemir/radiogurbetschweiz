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Rekabet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 diaspora radyoları (zayıf)</a:t>
            </a:r>
          </a:p>
          <a:p>
            <a:pPr lvl="0"/>
            <a:r>
              <a:rPr/>
              <a:t>İsviçre yerel radyoları (Türkçe yok)</a:t>
            </a:r>
          </a:p>
          <a:p>
            <a:pPr lvl="0"/>
            <a:r>
              <a:rPr/>
              <a:t>YouTube / Podcast (dağınık)</a:t>
            </a:r>
          </a:p>
          <a:p>
            <a:pPr lvl="0" indent="0" marL="0">
              <a:buNone/>
            </a:pPr>
            <a:r>
              <a:rPr b="1"/>
              <a:t>Fırsat:</a:t>
            </a:r>
            <a:r>
              <a:rPr/>
              <a:t> Türkçe + Almanca hibrit yayın yapan profesyonel radyo yok.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