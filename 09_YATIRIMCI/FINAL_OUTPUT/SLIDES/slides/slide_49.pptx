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1) Reklam Gelirleri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Yerel işletmeler (restoran, market, avukat, sigorta)</a:t>
            </a:r>
          </a:p>
          <a:p>
            <a:pPr lvl="0"/>
            <a:r>
              <a:rPr/>
              <a:t>Etkinlik organizatörleri</a:t>
            </a:r>
          </a:p>
          <a:p>
            <a:pPr lvl="0"/>
            <a:r>
              <a:rPr/>
              <a:t>Kültürel dernekler</a:t>
            </a:r>
          </a:p>
          <a:p>
            <a:pPr lvl="0"/>
            <a:r>
              <a:rPr/>
              <a:t>Hedefli reklam paketleri (gençlik, aile, diaspora)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