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Özet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Gurbet Radio Schweiz, İsviçre’deki Türk diasporasının tüm yaş gruplarına hitap eden, segmentlenmiş ve iki dilli bir yayın stratejisiyle topluluğu bir araya getirir.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