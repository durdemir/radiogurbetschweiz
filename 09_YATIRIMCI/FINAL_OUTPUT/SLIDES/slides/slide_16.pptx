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Aile Segmenti (30–50)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hayatında aktif</a:t>
            </a:r>
          </a:p>
          <a:p>
            <a:pPr lvl="0"/>
            <a:r>
              <a:rPr/>
              <a:t>Çocuklu aileler</a:t>
            </a:r>
          </a:p>
          <a:p>
            <a:pPr lvl="0"/>
            <a:r>
              <a:rPr/>
              <a:t>Hem Türkiye hem İsviçre gündemini takip edenler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Haber bültenleri - Topluluk programları - Kültürel içerikler - Ekonomi ve günlük yaşam programları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