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Modern dijital radyo platformu</a:t>
            </a:r>
          </a:p>
          <a:p>
            <a:pPr lvl="0"/>
            <a:r>
              <a:rPr/>
              <a:t>Türkçe + Almanca iki dilli yayın</a:t>
            </a:r>
          </a:p>
          <a:p>
            <a:pPr lvl="0"/>
            <a:r>
              <a:rPr/>
              <a:t>Diaspora odaklı programlar</a:t>
            </a:r>
          </a:p>
          <a:p>
            <a:pPr lvl="0"/>
            <a:r>
              <a:rPr/>
              <a:t>Canlı yayın + podcast</a:t>
            </a:r>
          </a:p>
          <a:p>
            <a:pPr lvl="0"/>
            <a:r>
              <a:rPr/>
              <a:t>Topluluk katılımı</a:t>
            </a:r>
          </a:p>
          <a:p>
            <a:pPr lvl="0"/>
            <a:r>
              <a:rPr/>
              <a:t>Kültürel köprü görevi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