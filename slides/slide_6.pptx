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Pazar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130.000+ Türk kökenli insan</a:t>
            </a:r>
          </a:p>
          <a:p>
            <a:pPr lvl="0"/>
            <a:r>
              <a:rPr/>
              <a:t>Almanca konuşan genç diaspora</a:t>
            </a:r>
          </a:p>
          <a:p>
            <a:pPr lvl="0"/>
            <a:r>
              <a:rPr/>
              <a:t>Reklam verenler:</a:t>
            </a:r>
          </a:p>
          <a:p>
            <a:pPr lvl="1"/>
            <a:r>
              <a:rPr/>
              <a:t>Restoranlar</a:t>
            </a:r>
          </a:p>
          <a:p>
            <a:pPr lvl="1"/>
            <a:r>
              <a:rPr/>
              <a:t>Avukatlar</a:t>
            </a:r>
          </a:p>
          <a:p>
            <a:pPr lvl="1"/>
            <a:r>
              <a:rPr/>
              <a:t>Sigorta</a:t>
            </a:r>
          </a:p>
          <a:p>
            <a:pPr lvl="1"/>
            <a:r>
              <a:rPr/>
              <a:t>Göçmen hizmetleri</a:t>
            </a:r>
          </a:p>
          <a:p>
            <a:pPr lvl="1"/>
            <a:r>
              <a:rPr/>
              <a:t>Kültürel etkinlikler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