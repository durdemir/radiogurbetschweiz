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hem geleneksel radyo gelir modellerini hem de modern dijital medya gelirlerini birleştiren hibrit bir iş modeline sahiptir.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