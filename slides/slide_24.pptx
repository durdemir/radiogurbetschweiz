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İsviçre’deki Türk Diasporasının Medya Sorunları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Medya Temsili Zayıf</a:t>
            </a:r>
          </a:p>
          <a:p>
            <a:pPr lvl="0" indent="0" marL="0">
              <a:buNone/>
            </a:pPr>
            <a:r>
              <a:rPr/>
              <a:t>İsviçre’de</a:t>
            </a:r>
          </a:p>
          <a:p>
            <a:pPr lvl="0" indent="0" marL="0">
              <a:buNone/>
            </a:pPr>
            <a:r>
              <a:rPr/>
              <a:t>cat &lt;&lt; ‘EOF’ &gt; “/Users/odu/Library/CloudStorage/OneDrive-Persönlich/GurbetRadyoIsvicre/09_YATIRIMCI/04_COZUM.md” # GURBET RADIO SCHWEIZ – ÇÖZÜM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