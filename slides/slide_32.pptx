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Gençlik İçerikleri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İki dilli (Türkçe + Almanca) programlar</a:t>
            </a:r>
          </a:p>
          <a:p>
            <a:pPr lvl="0"/>
            <a:r>
              <a:rPr/>
              <a:t>Genç diaspora sorunları</a:t>
            </a:r>
          </a:p>
          <a:p>
            <a:pPr lvl="0"/>
            <a:r>
              <a:rPr/>
              <a:t>Eğitim, kariyer, sosyal yaşam</a:t>
            </a:r>
          </a:p>
          <a:p>
            <a:pPr lvl="0"/>
            <a:r>
              <a:rPr/>
              <a:t>Podcast formatında kısa bölümler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