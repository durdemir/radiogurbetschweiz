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Fırsat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 Türkçe + Almanca hibrit yayın yapan </a:t>
            </a:r>
            <a:r>
              <a:rPr b="1"/>
              <a:t>profesyonel 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doldurarak: - Topluluğu bir araya getirir - Reklam verenlere hedefli erişim sağlar - Diaspora için kültürel bir merkez oluşturur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