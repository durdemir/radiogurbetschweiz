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1) Genç Diaspora (18–30)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İsviçre’de doğmuş veya küçük yaşta gelmiş gençler</a:t>
            </a:r>
          </a:p>
          <a:p>
            <a:pPr lvl="0"/>
            <a:r>
              <a:rPr/>
              <a:t>Türkçe + Almanca karışık konuşan kuşak</a:t>
            </a:r>
          </a:p>
          <a:p>
            <a:pPr lvl="0"/>
            <a:r>
              <a:rPr/>
              <a:t>Spotify, YouTube, TikTok ağırlıklı medya tüketicileri</a:t>
            </a:r>
          </a:p>
          <a:p>
            <a:pPr lvl="0" indent="0" marL="0">
              <a:buNone/>
            </a:pPr>
            <a:r>
              <a:rPr b="1"/>
              <a:t>Sunulan içerikler:</a:t>
            </a:r>
            <a:r>
              <a:rPr/>
              <a:t> - Modern müzik - Gençlik programları - İki dilli içerik - Podcast serileri - Sosyal medya entegrasyonu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