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Yayın Yazılımı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Otomasyon yazılımı</a:t>
            </a:r>
          </a:p>
          <a:p>
            <a:pPr lvl="0"/>
            <a:r>
              <a:rPr/>
              <a:t>Jingle / reklam yönetimi</a:t>
            </a:r>
          </a:p>
          <a:p>
            <a:pPr lvl="0"/>
            <a:r>
              <a:rPr/>
              <a:t>Canlı yayın kontrol paneli</a:t>
            </a:r>
          </a:p>
          <a:p>
            <a:pPr lvl="0"/>
            <a:r>
              <a:rPr/>
              <a:t>Podcast kayıt ve düzenleme yazılımı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