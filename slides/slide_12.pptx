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11) Finansal Projeksiyon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İlk yıl düşük maliyet</a:t>
            </a:r>
          </a:p>
          <a:p>
            <a:pPr lvl="0"/>
            <a:r>
              <a:rPr/>
              <a:t>Digris + stüdyo giderleri</a:t>
            </a:r>
          </a:p>
          <a:p>
            <a:pPr lvl="0"/>
            <a:r>
              <a:rPr/>
              <a:t>Reklam gelirleri</a:t>
            </a:r>
          </a:p>
          <a:p>
            <a:pPr lvl="0"/>
            <a:r>
              <a:rPr/>
              <a:t>18 ayda break-even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