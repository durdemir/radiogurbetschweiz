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YouTube / Podcast Kanalları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Dağınık içerik</a:t>
            </a:r>
          </a:p>
          <a:p>
            <a:pPr lvl="0"/>
            <a:r>
              <a:rPr/>
              <a:t>Süreklilik yok</a:t>
            </a:r>
          </a:p>
          <a:p>
            <a:pPr lvl="0"/>
            <a:r>
              <a:rPr/>
              <a:t>Profesyonel yayın akışı yok</a:t>
            </a:r>
          </a:p>
          <a:p>
            <a:pPr lvl="0"/>
            <a:r>
              <a:rPr/>
              <a:t>Topluluk birleştirme gücü sınırlı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