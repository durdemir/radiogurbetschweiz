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Resmî Slogan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Gurbetteki Anadolunun Sesi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