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Zürich, Switzerland</a:t>
            </a:r>
          </a:p>
          <a:p>
            <a:pPr lvl="0"/>
            <a:r>
              <a:rPr/>
              <a:t>info@gurbetradio.ch (placeholder)</a:t>
            </a:r>
          </a:p>
          <a:p>
            <a:pPr lvl="0"/>
            <a:r>
              <a:rPr/>
              <a:t>Web: gurbetradio.ch (placeholder)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