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Ürün / Yayın Formatı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Günlük haber bülteni</a:t>
            </a:r>
          </a:p>
          <a:p>
            <a:pPr lvl="0"/>
            <a:r>
              <a:rPr/>
              <a:t>Müzik (lisanslı)</a:t>
            </a:r>
          </a:p>
          <a:p>
            <a:pPr lvl="0"/>
            <a:r>
              <a:rPr/>
              <a:t>Topluluk programları</a:t>
            </a:r>
          </a:p>
          <a:p>
            <a:pPr lvl="0"/>
            <a:r>
              <a:rPr/>
              <a:t>Gençlik içerikleri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Podcast serileri</a:t>
            </a:r>
          </a:p>
          <a:p>
            <a:pPr lvl="0"/>
            <a:r>
              <a:rPr/>
              <a:t>Canlı yayınlar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