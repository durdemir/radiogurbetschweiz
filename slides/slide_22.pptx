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Açıklama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 slogan, İsviçre’de yaşayan Türk diasporasının kültürel köklerini, aidiyet duygusunu ve topluluk bağlarını temsil eder. Gurbet Radio Schweiz, Anadolunun sıcaklığını ve sesini Avrupa’daki Türk toplumuna taşıyan bir köprü görevi görür.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